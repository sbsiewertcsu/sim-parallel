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12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hPmiSrw-x3M" TargetMode="External"/><Relationship Id="rId2" Type="http://schemas.openxmlformats.org/officeDocument/2006/relationships/hyperlink" Target="https://youtu.be/DVr7KnpDAO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H_trgmAk5kY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Double Pendulum: Lagrangian Dynamics &amp;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Equations of Motion, Python Code, and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407FE-51E7-9077-99AE-4070422EB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Double Pendulums – Real &amp; Simulated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DCFD2-F865-61AE-D159-382CFCA89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https://youtu.be/DVr7KnpDAOc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https://www.youtube.com/shorts/hPmiSrw-x3M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https://www.youtube.com/watch?v=H_trgmAk5kY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6597E-7391-5D06-479B-91DB1F67BB24}"/>
              </a:ext>
            </a:extLst>
          </p:cNvPr>
          <p:cNvSpPr txBox="1"/>
          <p:nvPr/>
        </p:nvSpPr>
        <p:spPr>
          <a:xfrm>
            <a:off x="1010653" y="5996539"/>
            <a:ext cx="4994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Added by Sam Siewert with YouTube Google search</a:t>
            </a:r>
          </a:p>
        </p:txBody>
      </p:sp>
    </p:spTree>
    <p:extLst>
      <p:ext uri="{BB962C8B-B14F-4D97-AF65-F5344CB8AC3E}">
        <p14:creationId xmlns:p14="http://schemas.microsoft.com/office/powerpoint/2010/main" val="3925887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• A double pendulum consists of two masses connected by rods, swinging in a plane.</a:t>
            </a:r>
          </a:p>
          <a:p>
            <a:r>
              <a:t>• Key variables:</a:t>
            </a:r>
          </a:p>
          <a:p>
            <a:r>
              <a:t>   θ₁, θ₂: angles from vertical</a:t>
            </a:r>
          </a:p>
          <a:p>
            <a:r>
              <a:t>   l₁, l₂: lengths of rods</a:t>
            </a:r>
          </a:p>
          <a:p>
            <a:r>
              <a:t>   m₁, m₂: masses of the bobs</a:t>
            </a:r>
          </a:p>
          <a:p>
            <a:r>
              <a:t>   g: gravitational acceleration</a:t>
            </a:r>
          </a:p>
          <a:p>
            <a:r>
              <a:t>• Highly sensitive to initial conditions → chaotic dynamics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Lagrangian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L = T - V</a:t>
            </a:r>
          </a:p>
          <a:p>
            <a:endParaRPr/>
          </a:p>
          <a:p>
            <a:r>
              <a:t>Kinetic Energy (T):</a:t>
            </a:r>
          </a:p>
          <a:p>
            <a:r>
              <a:t>T = ½(m₁ + m₂)l₁²θ̇₁² + ½m₂l₂²θ̇₂² + m₂l₁l₂θ̇₁θ̇₂cos(θ₁ - θ₂)</a:t>
            </a:r>
          </a:p>
          <a:p>
            <a:endParaRPr/>
          </a:p>
          <a:p>
            <a:r>
              <a:t>Potential Energy (V):</a:t>
            </a:r>
          </a:p>
          <a:p>
            <a:r>
              <a:t>V = -(m₁ + m₂)gl₁cos(θ₁) - m₂gl₂cos(θ₂)</a:t>
            </a:r>
          </a:p>
          <a:p>
            <a:endParaRPr/>
          </a:p>
          <a:p>
            <a:r>
              <a:t>Apply Euler-Lagrange to derive 2 coupled nonlinear 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Differential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(m₁ + m₂)l₁θ̈₁ + m₂l₂θ̈₂cos(θ₁ − θ₂) + m₂l₂θ̇₂²sin(θ₁ − θ₂) + (m₁ + m₂)g sin(θ₁) = 0</a:t>
            </a:r>
          </a:p>
          <a:p>
            <a:endParaRPr/>
          </a:p>
          <a:p>
            <a:r>
              <a:t>l₂θ̈₂ + l₁θ̈₁cos(θ₁ − θ₂) − l₁θ̇₁²sin(θ₁ − θ₂) + g sin(θ₂) =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Simulation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 scipy.integrate.solve_ivp to solve coupled ODEs</a:t>
            </a:r>
          </a:p>
          <a:p>
            <a:r>
              <a:t>2. Calculate x, y positions from θ₁, θ₂</a:t>
            </a:r>
          </a:p>
          <a:p>
            <a:r>
              <a:t>3. Animate using matplotlib.animation</a:t>
            </a:r>
          </a:p>
          <a:p>
            <a:r>
              <a:t>4. Save output as MP4 using ffmpeg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Animation shows chaotic motion of double pendulum</a:t>
            </a:r>
          </a:p>
          <a:p>
            <a:r>
              <a:t>• Motion is highly sensitive to initial conditions</a:t>
            </a:r>
          </a:p>
          <a:p>
            <a:r>
              <a:t>• Nonlinear dynamics demonstrated through visual simulation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Frame Snapshot</a:t>
            </a:r>
          </a:p>
        </p:txBody>
      </p:sp>
      <p:pic>
        <p:nvPicPr>
          <p:cNvPr id="3" name="Picture 2" descr="double_pendulum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Python Code: Double Pendulum (Excerpt)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from scipy.integrate import solve_ivp</a:t>
            </a:r>
          </a:p>
          <a:p>
            <a:r>
              <a:t>def double_pendulum_derivs(t, y):</a:t>
            </a:r>
          </a:p>
          <a:p>
            <a:r>
              <a:t>    θ₁, ω₁, θ₂, ω₂ = y</a:t>
            </a:r>
          </a:p>
          <a:p>
            <a:r>
              <a:t>    Δ = θ₂ - θ₁</a:t>
            </a:r>
          </a:p>
          <a:p>
            <a:r>
              <a:t>    d1 = (m₁ + m₂) * l₁ - m₂ * l₁ * cos(Δ)**2</a:t>
            </a:r>
          </a:p>
          <a:p>
            <a:r>
              <a:t>    d2 = (l₂ / l₁) * d1</a:t>
            </a:r>
          </a:p>
          <a:p>
            <a:r>
              <a:t>    ω̇₁ = (m₂ * l₁ * ω₁² * sin(Δ) * cos(Δ) + ... ) / d1</a:t>
            </a:r>
          </a:p>
          <a:p>
            <a:r>
              <a:t>    ω̇₂ = (-m₂ * l₂ * ω₂² * sin(Δ) * cos(Δ) + ... ) / d2</a:t>
            </a:r>
          </a:p>
          <a:p>
            <a:r>
              <a:t>    return [ω₁, ω̇₁, ω₂, ω̇₂]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XY Position of Masses Over Time</a:t>
            </a:r>
          </a:p>
        </p:txBody>
      </p:sp>
      <p:pic>
        <p:nvPicPr>
          <p:cNvPr id="3" name="Picture 2" descr="double_pendulum_xy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561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Double Pendulum: Lagrangian Dynamics &amp; Simulation</vt:lpstr>
      <vt:lpstr>Double Pendulums – Real &amp; Simulated</vt:lpstr>
      <vt:lpstr>System Overview</vt:lpstr>
      <vt:lpstr>Lagrangian Mechanics</vt:lpstr>
      <vt:lpstr>Coupled Differential Equations</vt:lpstr>
      <vt:lpstr>Python Simulation Code</vt:lpstr>
      <vt:lpstr>Simulation Output</vt:lpstr>
      <vt:lpstr>Simulation Frame Snapshot</vt:lpstr>
      <vt:lpstr>Python Code: Double Pendulum (Excerpt)</vt:lpstr>
      <vt:lpstr>XY Position of Masses Over Time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B Siewert</cp:lastModifiedBy>
  <cp:revision>2</cp:revision>
  <dcterms:created xsi:type="dcterms:W3CDTF">2013-01-27T09:14:16Z</dcterms:created>
  <dcterms:modified xsi:type="dcterms:W3CDTF">2025-07-31T15:47:42Z</dcterms:modified>
  <cp:category/>
</cp:coreProperties>
</file>